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914400"/>
            <a:ext cx="4389120" cy="4389120"/>
          </a:xfrm>
          <a:prstGeom prst="ellipse">
            <a:avLst/>
          </a:prstGeom>
          <a:solidFill>
            <a:srgbClr val="E2D3F5">
              <a:alpha val="45000"/>
            </a:srgbClr>
          </a:solidFill>
          <a:ln w="12700">
            <a:solidFill>
              <a:srgbClr val="E2D3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011680"/>
            <a:ext cx="3840480" cy="3840480"/>
          </a:xfrm>
          <a:prstGeom prst="ellipse">
            <a:avLst/>
          </a:prstGeom>
          <a:solidFill>
            <a:srgbClr val="C8EDD8">
              <a:alpha val="40000"/>
            </a:srgbClr>
          </a:solidFill>
          <a:ln w="12700">
            <a:solidFill>
              <a:srgbClr val="C8ED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Newcomers Find Event Information?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 — and none of it is reliable</a:t>
            </a:r>
            <a:endParaRPr lang="en-US" sz="1200" dirty="0"/>
          </a:p>
        </p:txBody>
      </p:sp>
      <p:pic>
        <p:nvPicPr>
          <p:cNvPr id="6" name="Image 0" descr="/tmp/girl_ch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896112"/>
            <a:ext cx="3108960" cy="3108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06240" y="186537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901184" y="1901952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663440" y="1682496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32117" y="1699959"/>
            <a:ext cx="-106185" cy="396009"/>
          </a:xfrm>
          <a:prstGeom prst="line">
            <a:avLst/>
          </a:prstGeom>
          <a:noFill/>
          <a:ln w="17780">
            <a:solidFill>
              <a:srgbClr val="BBAADD"/>
            </a:solidFill>
            <a:prstDash val="dash"/>
          </a:ln>
        </p:spPr>
      </p:sp>
      <p:pic>
        <p:nvPicPr>
          <p:cNvPr id="11" name="Image 1" descr="/tmp/logo_we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870" y="964502"/>
            <a:ext cx="658368" cy="6583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3390" y="1074230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WeChat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343390" y="131197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moments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871636" y="1973746"/>
            <a:ext cx="1150335" cy="471064"/>
          </a:xfrm>
          <a:prstGeom prst="line">
            <a:avLst/>
          </a:prstGeom>
          <a:noFill/>
          <a:ln w="17780">
            <a:solidFill>
              <a:srgbClr val="BBAADD"/>
            </a:solidFill>
            <a:prstDash val="dash"/>
          </a:ln>
        </p:spPr>
      </p:sp>
      <p:pic>
        <p:nvPicPr>
          <p:cNvPr id="15" name="Image 2" descr="/tmp/logo_face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201" y="1485164"/>
            <a:ext cx="658368" cy="6583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569" y="159489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525569" y="183263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pages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493333" y="3066596"/>
            <a:ext cx="1494835" cy="-285171"/>
          </a:xfrm>
          <a:prstGeom prst="line">
            <a:avLst/>
          </a:prstGeom>
          <a:noFill/>
          <a:ln w="17780">
            <a:solidFill>
              <a:srgbClr val="BBAADD"/>
            </a:solidFill>
            <a:prstDash val="dash"/>
          </a:ln>
        </p:spPr>
      </p:sp>
      <p:pic>
        <p:nvPicPr>
          <p:cNvPr id="19" name="Image 3" descr="/tmp/logo_e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977" y="2816234"/>
            <a:ext cx="658368" cy="6583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345" y="2925962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23345" y="3163706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&amp; inbox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4178742" y="3639772"/>
            <a:ext cx="169892" cy="-418933"/>
          </a:xfrm>
          <a:prstGeom prst="line">
            <a:avLst/>
          </a:prstGeom>
          <a:noFill/>
          <a:ln w="17780">
            <a:solidFill>
              <a:srgbClr val="BBAADD"/>
            </a:solidFill>
            <a:prstDash val="dash"/>
          </a:ln>
        </p:spPr>
      </p:sp>
      <p:pic>
        <p:nvPicPr>
          <p:cNvPr id="23" name="Image 4" descr="/tmp/logo_whatsap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1484" y="3700380"/>
            <a:ext cx="658368" cy="6583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063852" y="3810108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2063852" y="404785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chats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62251" y="3420545"/>
            <a:ext cx="-1052742" cy="-496827"/>
          </a:xfrm>
          <a:prstGeom prst="line">
            <a:avLst/>
          </a:prstGeom>
          <a:noFill/>
          <a:ln w="17780">
            <a:solidFill>
              <a:srgbClr val="BBAADD"/>
            </a:solidFill>
            <a:prstDash val="dash"/>
          </a:ln>
        </p:spPr>
      </p:sp>
      <p:pic>
        <p:nvPicPr>
          <p:cNvPr id="27" name="Image 5" descr="/tmp/logo_campu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458" y="3270881"/>
            <a:ext cx="658368" cy="6583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4978" y="3380609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Poster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944978" y="3618353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notice boards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6619171" y="2236528"/>
            <a:ext cx="-1465705" cy="310386"/>
          </a:xfrm>
          <a:prstGeom prst="line">
            <a:avLst/>
          </a:prstGeom>
          <a:noFill/>
          <a:ln w="17780">
            <a:solidFill>
              <a:srgbClr val="BBAADD"/>
            </a:solidFill>
            <a:prstDash val="dash"/>
          </a:ln>
        </p:spPr>
      </p:sp>
      <p:pic>
        <p:nvPicPr>
          <p:cNvPr id="31" name="Image 6" descr="/tmp/logo_oth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1485" y="1820203"/>
            <a:ext cx="658368" cy="6583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433005" y="1929931"/>
            <a:ext cx="1554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7433005" y="2167675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 / Google</a:t>
            </a:r>
            <a:endParaRPr lang="en-US" sz="950" dirty="0"/>
          </a:p>
        </p:txBody>
      </p:sp>
      <p:sp>
        <p:nvSpPr>
          <p:cNvPr id="34" name="Text 25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information = missed events = disconnected newcomers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2026-06-08T02:07:31Z</dcterms:created>
  <dcterms:modified xsi:type="dcterms:W3CDTF">2026-06-08T02:07:31Z</dcterms:modified>
</cp:coreProperties>
</file>